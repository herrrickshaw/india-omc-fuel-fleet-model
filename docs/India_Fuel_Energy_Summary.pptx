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ENERGY · 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Fuel, vehicles &amp; forex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drive — and why India's fuel choices are a $150-billion forex question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lenses on the same barrel: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running cost,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nation's import bill. From petrol to petrochemicals, one rupee-vs-dollar loop.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PPAC · DGCIS/Tradestat · DCPC · FADA/Vahan · SIAM · ICIS · CarWale/CarDekho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fuel? It depends on how — and where — you drive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₹3.15/km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— cheapest fuel you can just pump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 vs ₹3.3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/km: home vs public fast charging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₹10.0L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5-yr cost (CNG, Tata Nexon)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94560"/>
            <a:ext cx="2660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~25k km/yr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2944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mileage an EV needs to win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is the cheapest to run; petrol the dearest.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is unbeatable at ₹1.20/km —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on home charging;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public fast charger (₹18–26/kWh) it's ₹3.30/km, about a CNG. Over 5 years at average use the EV ≈ petrol; it pulls ahead only with home charging and high mileage.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car to your parking spot and your odometer.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basis, 2026 metro prices &amp; efficiency. Public-charging tariffs advertised 2026 (Tata Power/ChargeZone/Statiq).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choices are a rupee-vs-dollar question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$274 bn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essential imports / yr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trade deficit is mineral fuels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 MT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freed by ethanol (E20→E30)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94560"/>
            <a:ext cx="2660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$5–9 bn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2944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freed — for a rupee cost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is made in India, paid in rupees to farmers; the crude and chemicals it offsets are paid in dollars.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ethanol swaps a forex outflow for domestic rural income —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petrol-range feedstock it frees is exactly what makes the petrochemicals India imports. Rupee feedstock displacing dollar imports, one link down the chain.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DGCIS/Tradestat (CY2024) · PPAC RR · conversions per PPAC Table 9.2/9.3.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lever: a PLI for chemicals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 bn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imports / yr (DCPC)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 bn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petroleum-feedstock substitutable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9456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→ 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sectors, none for chemicals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94560"/>
            <a:ext cx="2660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$7–8 bn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2944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a chemicals PLI could save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pharma, autos, solar and steel all have a Production-Linked Incentive — chemicals do not, despite being the 4th-largest essential dollar drain.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4–6% PLI on the HSN-coded import list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(PTA, polypropylene, HDPE, styrene, polycarbonate, MDI) would substitute imports permanently — the same instrument that made India a mobile-phone exporter.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DCPC Statistics-at-a-Glance 2025 · PIB / FM statement (PLI under consideration) · DGCIS.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all adds up 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211226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is cheapest to run; the EV wins only with home charging and high mileage — otherwise it ≈ petrol.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29352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Forex: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fuels are ~54% of India's trade deficit — the single biggest lever on the current account.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2892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375818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dollar crude imports into rupee farm income — energy security with a rural dividend.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45811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Chemicals: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 petrol-range feedstock can make the ~$15 bn of petrochemicals India still imports.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71600" y="540410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chemicals PLI is the missing policy — the only large essential import without one.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feedstock, displacing dollar imports — from the pump to the petrochemical plant.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2026-07-25T00:18:35Z</dcterms:created>
  <dcterms:modified xsi:type="dcterms:W3CDTF">2026-07-25T00:18:35Z</dcterms:modified>
</cp:coreProperties>
</file>